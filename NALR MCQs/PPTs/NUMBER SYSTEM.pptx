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1"/>
  </p:notesMasterIdLst>
  <p:sldIdLst>
    <p:sldId id="256" r:id="rId2"/>
    <p:sldId id="3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</p:sldIdLst>
  <p:sldSz cx="12192000" cy="6858000"/>
  <p:notesSz cx="6858000" cy="9144000"/>
  <p:embeddedFontLst>
    <p:embeddedFont>
      <p:font typeface="Arial Black" panose="020B0A04020102020204" pitchFamily="34" charset="0"/>
      <p:regular r:id="rId122"/>
      <p:bold r:id="rId1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5" roundtripDataSignature="AMtx7mhOSsxOpMNLRzaV4g449s5NkM8t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816" y="5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font" Target="fonts/font2.fntdata"/><Relationship Id="rId128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9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customschemas.google.com/relationships/presentationmetadata" Target="meta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12800"/>
            <a:ext cx="7126288" cy="4006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13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13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13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59" name="Google Shape;5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79" name="Google Shape;7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93" name="Google Shape;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00" name="Google Shape;1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07" name="Google Shape;1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14" name="Google Shape;11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21" name="Google Shape;12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28" name="Google Shape;12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35" name="Google Shape;13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42" name="Google Shape;1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49" name="Google Shape;14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56" name="Google Shape;15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63" name="Google Shape;16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170" name="Google Shape;17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177" name="Google Shape;17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184" name="Google Shape;18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191" name="Google Shape;19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198" name="Google Shape;19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05" name="Google Shape;20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12" name="Google Shape;21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19" name="Google Shape;21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226" name="Google Shape;22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233" name="Google Shape;23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240" name="Google Shape;24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247" name="Google Shape;24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254" name="Google Shape;25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261" name="Google Shape;26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268" name="Google Shape;26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275" name="Google Shape;275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282" name="Google Shape;282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289" name="Google Shape;289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296" name="Google Shape;296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6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303" name="Google Shape;303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7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310" name="Google Shape;310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8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317" name="Google Shape;317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9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324" name="Google Shape;324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0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331" name="Google Shape;331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1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338" name="Google Shape;338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345" name="Google Shape;345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3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352" name="Google Shape;352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4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359" name="Google Shape;359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5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366" name="Google Shape;366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6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373" name="Google Shape;373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7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380" name="Google Shape;380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8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387" name="Google Shape;387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9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394" name="Google Shape;394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0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401" name="Google Shape;401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1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408" name="Google Shape;408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2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sp>
        <p:nvSpPr>
          <p:cNvPr id="415" name="Google Shape;415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3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sp>
        <p:nvSpPr>
          <p:cNvPr id="422" name="Google Shape;422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4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sp>
        <p:nvSpPr>
          <p:cNvPr id="429" name="Google Shape;429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sp>
        <p:nvSpPr>
          <p:cNvPr id="436" name="Google Shape;436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6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sp>
        <p:nvSpPr>
          <p:cNvPr id="443" name="Google Shape;443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7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sp>
        <p:nvSpPr>
          <p:cNvPr id="450" name="Google Shape;450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8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sp>
        <p:nvSpPr>
          <p:cNvPr id="457" name="Google Shape;457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9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  <p:sp>
        <p:nvSpPr>
          <p:cNvPr id="464" name="Google Shape;464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0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  <p:sp>
        <p:nvSpPr>
          <p:cNvPr id="471" name="Google Shape;471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1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  <p:sp>
        <p:nvSpPr>
          <p:cNvPr id="478" name="Google Shape;478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2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  <p:sp>
        <p:nvSpPr>
          <p:cNvPr id="485" name="Google Shape;485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3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  <p:sp>
        <p:nvSpPr>
          <p:cNvPr id="492" name="Google Shape;492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4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65</a:t>
            </a:fld>
            <a:endParaRPr/>
          </a:p>
        </p:txBody>
      </p:sp>
      <p:sp>
        <p:nvSpPr>
          <p:cNvPr id="499" name="Google Shape;499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5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66</a:t>
            </a:fld>
            <a:endParaRPr/>
          </a:p>
        </p:txBody>
      </p:sp>
      <p:sp>
        <p:nvSpPr>
          <p:cNvPr id="506" name="Google Shape;506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6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67</a:t>
            </a:fld>
            <a:endParaRPr/>
          </a:p>
        </p:txBody>
      </p:sp>
      <p:sp>
        <p:nvSpPr>
          <p:cNvPr id="513" name="Google Shape;513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68</a:t>
            </a:fld>
            <a:endParaRPr/>
          </a:p>
        </p:txBody>
      </p:sp>
      <p:sp>
        <p:nvSpPr>
          <p:cNvPr id="520" name="Google Shape;520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8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69</a:t>
            </a:fld>
            <a:endParaRPr/>
          </a:p>
        </p:txBody>
      </p:sp>
      <p:sp>
        <p:nvSpPr>
          <p:cNvPr id="527" name="Google Shape;527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9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70</a:t>
            </a:fld>
            <a:endParaRPr/>
          </a:p>
        </p:txBody>
      </p:sp>
      <p:sp>
        <p:nvSpPr>
          <p:cNvPr id="534" name="Google Shape;534;p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0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71</a:t>
            </a:fld>
            <a:endParaRPr/>
          </a:p>
        </p:txBody>
      </p:sp>
      <p:sp>
        <p:nvSpPr>
          <p:cNvPr id="541" name="Google Shape;541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71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72</a:t>
            </a:fld>
            <a:endParaRPr/>
          </a:p>
        </p:txBody>
      </p:sp>
      <p:sp>
        <p:nvSpPr>
          <p:cNvPr id="548" name="Google Shape;548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72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73</a:t>
            </a:fld>
            <a:endParaRPr/>
          </a:p>
        </p:txBody>
      </p:sp>
      <p:sp>
        <p:nvSpPr>
          <p:cNvPr id="555" name="Google Shape;555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3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74</a:t>
            </a:fld>
            <a:endParaRPr/>
          </a:p>
        </p:txBody>
      </p:sp>
      <p:sp>
        <p:nvSpPr>
          <p:cNvPr id="562" name="Google Shape;562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4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75</a:t>
            </a:fld>
            <a:endParaRPr/>
          </a:p>
        </p:txBody>
      </p:sp>
      <p:sp>
        <p:nvSpPr>
          <p:cNvPr id="569" name="Google Shape;569;p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5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76</a:t>
            </a:fld>
            <a:endParaRPr/>
          </a:p>
        </p:txBody>
      </p:sp>
      <p:sp>
        <p:nvSpPr>
          <p:cNvPr id="576" name="Google Shape;576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6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77</a:t>
            </a:fld>
            <a:endParaRPr/>
          </a:p>
        </p:txBody>
      </p:sp>
      <p:sp>
        <p:nvSpPr>
          <p:cNvPr id="583" name="Google Shape;583;p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7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78</a:t>
            </a:fld>
            <a:endParaRPr/>
          </a:p>
        </p:txBody>
      </p:sp>
      <p:sp>
        <p:nvSpPr>
          <p:cNvPr id="590" name="Google Shape;590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8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79</a:t>
            </a:fld>
            <a:endParaRPr/>
          </a:p>
        </p:txBody>
      </p:sp>
      <p:sp>
        <p:nvSpPr>
          <p:cNvPr id="597" name="Google Shape;597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9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80</a:t>
            </a:fld>
            <a:endParaRPr/>
          </a:p>
        </p:txBody>
      </p:sp>
      <p:sp>
        <p:nvSpPr>
          <p:cNvPr id="604" name="Google Shape;604;p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80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81</a:t>
            </a:fld>
            <a:endParaRPr/>
          </a:p>
        </p:txBody>
      </p:sp>
      <p:sp>
        <p:nvSpPr>
          <p:cNvPr id="611" name="Google Shape;611;p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81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82</a:t>
            </a:fld>
            <a:endParaRPr/>
          </a:p>
        </p:txBody>
      </p:sp>
      <p:sp>
        <p:nvSpPr>
          <p:cNvPr id="618" name="Google Shape;618;p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2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83</a:t>
            </a:fld>
            <a:endParaRPr/>
          </a:p>
        </p:txBody>
      </p:sp>
      <p:sp>
        <p:nvSpPr>
          <p:cNvPr id="625" name="Google Shape;625;p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83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84</a:t>
            </a:fld>
            <a:endParaRPr/>
          </a:p>
        </p:txBody>
      </p:sp>
      <p:sp>
        <p:nvSpPr>
          <p:cNvPr id="632" name="Google Shape;632;p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84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85</a:t>
            </a:fld>
            <a:endParaRPr/>
          </a:p>
        </p:txBody>
      </p:sp>
      <p:sp>
        <p:nvSpPr>
          <p:cNvPr id="639" name="Google Shape;639;p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85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86</a:t>
            </a:fld>
            <a:endParaRPr/>
          </a:p>
        </p:txBody>
      </p:sp>
      <p:sp>
        <p:nvSpPr>
          <p:cNvPr id="646" name="Google Shape;646;p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86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87</a:t>
            </a:fld>
            <a:endParaRPr/>
          </a:p>
        </p:txBody>
      </p:sp>
      <p:sp>
        <p:nvSpPr>
          <p:cNvPr id="653" name="Google Shape;653;p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87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88</a:t>
            </a:fld>
            <a:endParaRPr/>
          </a:p>
        </p:txBody>
      </p:sp>
      <p:sp>
        <p:nvSpPr>
          <p:cNvPr id="660" name="Google Shape;660;p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88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89</a:t>
            </a:fld>
            <a:endParaRPr/>
          </a:p>
        </p:txBody>
      </p:sp>
      <p:sp>
        <p:nvSpPr>
          <p:cNvPr id="667" name="Google Shape;667;p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89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90</a:t>
            </a:fld>
            <a:endParaRPr/>
          </a:p>
        </p:txBody>
      </p:sp>
      <p:sp>
        <p:nvSpPr>
          <p:cNvPr id="674" name="Google Shape;674;p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90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91</a:t>
            </a:fld>
            <a:endParaRPr/>
          </a:p>
        </p:txBody>
      </p:sp>
      <p:sp>
        <p:nvSpPr>
          <p:cNvPr id="681" name="Google Shape;681;p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91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92</a:t>
            </a:fld>
            <a:endParaRPr/>
          </a:p>
        </p:txBody>
      </p:sp>
      <p:sp>
        <p:nvSpPr>
          <p:cNvPr id="688" name="Google Shape;688;p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92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93</a:t>
            </a:fld>
            <a:endParaRPr/>
          </a:p>
        </p:txBody>
      </p:sp>
      <p:sp>
        <p:nvSpPr>
          <p:cNvPr id="695" name="Google Shape;695;p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93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94</a:t>
            </a:fld>
            <a:endParaRPr/>
          </a:p>
        </p:txBody>
      </p:sp>
      <p:sp>
        <p:nvSpPr>
          <p:cNvPr id="702" name="Google Shape;702;p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94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95</a:t>
            </a:fld>
            <a:endParaRPr/>
          </a:p>
        </p:txBody>
      </p:sp>
      <p:sp>
        <p:nvSpPr>
          <p:cNvPr id="709" name="Google Shape;709;p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95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96</a:t>
            </a:fld>
            <a:endParaRPr/>
          </a:p>
        </p:txBody>
      </p:sp>
      <p:sp>
        <p:nvSpPr>
          <p:cNvPr id="716" name="Google Shape;716;p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96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97</a:t>
            </a:fld>
            <a:endParaRPr/>
          </a:p>
        </p:txBody>
      </p:sp>
      <p:sp>
        <p:nvSpPr>
          <p:cNvPr id="723" name="Google Shape;723;p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97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98</a:t>
            </a:fld>
            <a:endParaRPr/>
          </a:p>
        </p:txBody>
      </p:sp>
      <p:sp>
        <p:nvSpPr>
          <p:cNvPr id="730" name="Google Shape;730;p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98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99</a:t>
            </a:fld>
            <a:endParaRPr/>
          </a:p>
        </p:txBody>
      </p:sp>
      <p:sp>
        <p:nvSpPr>
          <p:cNvPr id="737" name="Google Shape;737;p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99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100</a:t>
            </a:fld>
            <a:endParaRPr/>
          </a:p>
        </p:txBody>
      </p:sp>
      <p:sp>
        <p:nvSpPr>
          <p:cNvPr id="744" name="Google Shape;744;p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0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101</a:t>
            </a:fld>
            <a:endParaRPr/>
          </a:p>
        </p:txBody>
      </p:sp>
      <p:sp>
        <p:nvSpPr>
          <p:cNvPr id="751" name="Google Shape;751;p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01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102</a:t>
            </a:fld>
            <a:endParaRPr/>
          </a:p>
        </p:txBody>
      </p:sp>
      <p:sp>
        <p:nvSpPr>
          <p:cNvPr id="758" name="Google Shape;758;p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02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103</a:t>
            </a:fld>
            <a:endParaRPr/>
          </a:p>
        </p:txBody>
      </p:sp>
      <p:sp>
        <p:nvSpPr>
          <p:cNvPr id="765" name="Google Shape;765;p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03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104</a:t>
            </a:fld>
            <a:endParaRPr/>
          </a:p>
        </p:txBody>
      </p:sp>
      <p:sp>
        <p:nvSpPr>
          <p:cNvPr id="772" name="Google Shape;772;p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04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105</a:t>
            </a:fld>
            <a:endParaRPr/>
          </a:p>
        </p:txBody>
      </p:sp>
      <p:sp>
        <p:nvSpPr>
          <p:cNvPr id="779" name="Google Shape;779;p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105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106</a:t>
            </a:fld>
            <a:endParaRPr/>
          </a:p>
        </p:txBody>
      </p:sp>
      <p:sp>
        <p:nvSpPr>
          <p:cNvPr id="786" name="Google Shape;786;p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06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107</a:t>
            </a:fld>
            <a:endParaRPr/>
          </a:p>
        </p:txBody>
      </p:sp>
      <p:sp>
        <p:nvSpPr>
          <p:cNvPr id="793" name="Google Shape;793;p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07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108</a:t>
            </a:fld>
            <a:endParaRPr/>
          </a:p>
        </p:txBody>
      </p:sp>
      <p:sp>
        <p:nvSpPr>
          <p:cNvPr id="800" name="Google Shape;800;p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08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109</a:t>
            </a:fld>
            <a:endParaRPr/>
          </a:p>
        </p:txBody>
      </p:sp>
      <p:sp>
        <p:nvSpPr>
          <p:cNvPr id="807" name="Google Shape;807;p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109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110</a:t>
            </a:fld>
            <a:endParaRPr/>
          </a:p>
        </p:txBody>
      </p:sp>
      <p:sp>
        <p:nvSpPr>
          <p:cNvPr id="814" name="Google Shape;814;p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10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111</a:t>
            </a:fld>
            <a:endParaRPr/>
          </a:p>
        </p:txBody>
      </p:sp>
      <p:sp>
        <p:nvSpPr>
          <p:cNvPr id="821" name="Google Shape;821;p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11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112</a:t>
            </a:fld>
            <a:endParaRPr/>
          </a:p>
        </p:txBody>
      </p:sp>
      <p:sp>
        <p:nvSpPr>
          <p:cNvPr id="828" name="Google Shape;828;p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112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113</a:t>
            </a:fld>
            <a:endParaRPr/>
          </a:p>
        </p:txBody>
      </p:sp>
      <p:sp>
        <p:nvSpPr>
          <p:cNvPr id="835" name="Google Shape;835;p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13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114</a:t>
            </a:fld>
            <a:endParaRPr/>
          </a:p>
        </p:txBody>
      </p:sp>
      <p:sp>
        <p:nvSpPr>
          <p:cNvPr id="842" name="Google Shape;842;p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14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115</a:t>
            </a:fld>
            <a:endParaRPr/>
          </a:p>
        </p:txBody>
      </p:sp>
      <p:sp>
        <p:nvSpPr>
          <p:cNvPr id="849" name="Google Shape;849;p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115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116</a:t>
            </a:fld>
            <a:endParaRPr/>
          </a:p>
        </p:txBody>
      </p:sp>
      <p:sp>
        <p:nvSpPr>
          <p:cNvPr id="856" name="Google Shape;856;p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116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117</a:t>
            </a:fld>
            <a:endParaRPr/>
          </a:p>
        </p:txBody>
      </p:sp>
      <p:sp>
        <p:nvSpPr>
          <p:cNvPr id="863" name="Google Shape;863;p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117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118</a:t>
            </a:fld>
            <a:endParaRPr/>
          </a:p>
        </p:txBody>
      </p:sp>
      <p:sp>
        <p:nvSpPr>
          <p:cNvPr id="870" name="Google Shape;870;p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118:notes"/>
          <p:cNvSpPr txBox="1">
            <a:spLocks noGrp="1"/>
          </p:cNvSpPr>
          <p:nvPr>
            <p:ph type="sldNum" idx="12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119</a:t>
            </a:fld>
            <a:endParaRPr/>
          </a:p>
        </p:txBody>
      </p:sp>
      <p:sp>
        <p:nvSpPr>
          <p:cNvPr id="877" name="Google Shape;877;p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08850F-6159-4798-9F59-CC5B9D8FE2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3000"/>
              </a:lnSpc>
              <a:spcBef>
                <a:spcPts val="1138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lnSpc>
                <a:spcPct val="93000"/>
              </a:lnSpc>
              <a:spcBef>
                <a:spcPts val="1138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lnSpc>
                <a:spcPct val="9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9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3"/>
          <p:cNvSpPr txBox="1">
            <a:spLocks noGrp="1"/>
          </p:cNvSpPr>
          <p:nvPr>
            <p:ph type="title"/>
          </p:nvPr>
        </p:nvSpPr>
        <p:spPr>
          <a:xfrm>
            <a:off x="254000" y="190500"/>
            <a:ext cx="11682413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3"/>
          <p:cNvSpPr txBox="1">
            <a:spLocks noGrp="1"/>
          </p:cNvSpPr>
          <p:nvPr>
            <p:ph type="body" idx="1"/>
          </p:nvPr>
        </p:nvSpPr>
        <p:spPr>
          <a:xfrm>
            <a:off x="254000" y="1200150"/>
            <a:ext cx="5764213" cy="4989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93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9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9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23"/>
          <p:cNvSpPr txBox="1">
            <a:spLocks noGrp="1"/>
          </p:cNvSpPr>
          <p:nvPr>
            <p:ph type="body" idx="2"/>
          </p:nvPr>
        </p:nvSpPr>
        <p:spPr>
          <a:xfrm>
            <a:off x="6170613" y="1200150"/>
            <a:ext cx="5765800" cy="4989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93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9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9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3000"/>
              </a:lnSpc>
              <a:spcBef>
                <a:spcPts val="1138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1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93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9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9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3000"/>
              </a:lnSpc>
              <a:spcBef>
                <a:spcPts val="1138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93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9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9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5"/>
          <p:cNvSpPr txBox="1">
            <a:spLocks noGrp="1"/>
          </p:cNvSpPr>
          <p:nvPr>
            <p:ph type="title"/>
          </p:nvPr>
        </p:nvSpPr>
        <p:spPr>
          <a:xfrm>
            <a:off x="254000" y="190500"/>
            <a:ext cx="11682413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3200"/>
            </a:lvl1pPr>
            <a:lvl2pPr marL="914400" lvl="1" indent="-228600" algn="l">
              <a:lnSpc>
                <a:spcPct val="93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sz="2800"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 sz="2400"/>
            </a:lvl3pPr>
            <a:lvl4pPr marL="1828800" lvl="3" indent="-228600" algn="l">
              <a:lnSpc>
                <a:spcPct val="9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2000"/>
            </a:lvl4pPr>
            <a:lvl5pPr marL="2286000" lvl="4" indent="-228600" algn="l">
              <a:lnSpc>
                <a:spcPct val="9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6" name="Google Shape;46;p1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93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93000"/>
              </a:lnSpc>
              <a:spcBef>
                <a:spcPts val="575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93000"/>
              </a:lnSpc>
              <a:spcBef>
                <a:spcPts val="288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93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93000"/>
              </a:lnSpc>
              <a:spcBef>
                <a:spcPts val="575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93000"/>
              </a:lnSpc>
              <a:spcBef>
                <a:spcPts val="288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9"/>
          <p:cNvSpPr txBox="1">
            <a:spLocks noGrp="1"/>
          </p:cNvSpPr>
          <p:nvPr>
            <p:ph type="title"/>
          </p:nvPr>
        </p:nvSpPr>
        <p:spPr>
          <a:xfrm>
            <a:off x="254000" y="190500"/>
            <a:ext cx="11682413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9"/>
          <p:cNvSpPr txBox="1">
            <a:spLocks noGrp="1"/>
          </p:cNvSpPr>
          <p:nvPr>
            <p:ph type="body" idx="1"/>
          </p:nvPr>
        </p:nvSpPr>
        <p:spPr>
          <a:xfrm rot="5400000">
            <a:off x="3600450" y="-2146300"/>
            <a:ext cx="4989513" cy="1168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93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9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9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0"/>
          <p:cNvSpPr txBox="1">
            <a:spLocks noGrp="1"/>
          </p:cNvSpPr>
          <p:nvPr>
            <p:ph type="title"/>
          </p:nvPr>
        </p:nvSpPr>
        <p:spPr>
          <a:xfrm rot="5400000">
            <a:off x="7477125" y="1730375"/>
            <a:ext cx="5999163" cy="2919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0"/>
          <p:cNvSpPr txBox="1">
            <a:spLocks noGrp="1"/>
          </p:cNvSpPr>
          <p:nvPr>
            <p:ph type="body" idx="1"/>
          </p:nvPr>
        </p:nvSpPr>
        <p:spPr>
          <a:xfrm rot="5400000">
            <a:off x="1559719" y="-1115219"/>
            <a:ext cx="5999163" cy="86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93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9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9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9"/>
          <p:cNvSpPr/>
          <p:nvPr/>
        </p:nvSpPr>
        <p:spPr>
          <a:xfrm>
            <a:off x="4005263" y="1338263"/>
            <a:ext cx="4179887" cy="4179887"/>
          </a:xfrm>
          <a:prstGeom prst="rect">
            <a:avLst/>
          </a:prstGeom>
          <a:blipFill rotWithShape="1">
            <a:blip r:embed="rId14">
              <a:alphaModFix amt="1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19"/>
          <p:cNvSpPr/>
          <p:nvPr/>
        </p:nvSpPr>
        <p:spPr>
          <a:xfrm rot="10800000" flipH="1">
            <a:off x="5191125" y="6442075"/>
            <a:ext cx="6996113" cy="420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4713" y="135322"/>
                </a:moveTo>
                <a:lnTo>
                  <a:pt x="93549" y="135322"/>
                </a:lnTo>
                <a:lnTo>
                  <a:pt x="93549" y="135095"/>
                </a:lnTo>
                <a:lnTo>
                  <a:pt x="120016" y="135095"/>
                </a:lnTo>
                <a:lnTo>
                  <a:pt x="120016" y="0"/>
                </a:lnTo>
                <a:lnTo>
                  <a:pt x="93549" y="0"/>
                </a:lnTo>
                <a:lnTo>
                  <a:pt x="93549" y="227"/>
                </a:lnTo>
                <a:lnTo>
                  <a:pt x="0" y="227"/>
                </a:lnTo>
                <a:close/>
              </a:path>
            </a:pathLst>
          </a:custGeom>
          <a:solidFill>
            <a:srgbClr val="108E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19"/>
          <p:cNvSpPr/>
          <p:nvPr/>
        </p:nvSpPr>
        <p:spPr>
          <a:xfrm>
            <a:off x="0" y="6440488"/>
            <a:ext cx="5489575" cy="417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14" y="0"/>
                </a:lnTo>
                <a:lnTo>
                  <a:pt x="114009" y="136122"/>
                </a:lnTo>
                <a:lnTo>
                  <a:pt x="0" y="136122"/>
                </a:lnTo>
                <a:close/>
              </a:path>
            </a:pathLst>
          </a:custGeom>
          <a:solidFill>
            <a:srgbClr val="FE64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9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gradFill>
            <a:gsLst>
              <a:gs pos="0">
                <a:srgbClr val="108EFC"/>
              </a:gs>
              <a:gs pos="100000">
                <a:srgbClr val="FE6400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9"/>
          <p:cNvSpPr txBox="1">
            <a:spLocks noGrp="1"/>
          </p:cNvSpPr>
          <p:nvPr>
            <p:ph type="title"/>
          </p:nvPr>
        </p:nvSpPr>
        <p:spPr>
          <a:xfrm>
            <a:off x="254000" y="190500"/>
            <a:ext cx="11682413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19"/>
          <p:cNvSpPr/>
          <p:nvPr/>
        </p:nvSpPr>
        <p:spPr>
          <a:xfrm>
            <a:off x="355600" y="5683250"/>
            <a:ext cx="1158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19"/>
          <p:cNvSpPr/>
          <p:nvPr/>
        </p:nvSpPr>
        <p:spPr>
          <a:xfrm>
            <a:off x="1119188" y="6464300"/>
            <a:ext cx="339407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Classes by Anuj Sir </a:t>
            </a:r>
            <a:endParaRPr dirty="0"/>
          </a:p>
        </p:txBody>
      </p:sp>
      <p:sp>
        <p:nvSpPr>
          <p:cNvPr id="17" name="Google Shape;17;p119"/>
          <p:cNvSpPr/>
          <p:nvPr/>
        </p:nvSpPr>
        <p:spPr>
          <a:xfrm>
            <a:off x="6251575" y="6464300"/>
            <a:ext cx="56340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more tutorials Visit now www.testurprep.com</a:t>
            </a:r>
            <a:endParaRPr/>
          </a:p>
        </p:txBody>
      </p:sp>
      <p:pic>
        <p:nvPicPr>
          <p:cNvPr id="18" name="Google Shape;18;p119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58750" y="144463"/>
            <a:ext cx="727075" cy="72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19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1312525" y="144463"/>
            <a:ext cx="727075" cy="727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19"/>
          <p:cNvSpPr txBox="1">
            <a:spLocks noGrp="1"/>
          </p:cNvSpPr>
          <p:nvPr>
            <p:ph type="body" idx="1"/>
          </p:nvPr>
        </p:nvSpPr>
        <p:spPr>
          <a:xfrm>
            <a:off x="254000" y="1200150"/>
            <a:ext cx="11682413" cy="4989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3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63" name="Google Shape;63;p1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</a:t>
            </a:r>
            <a:endParaRPr sz="24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26"/>
              </a:spcBef>
              <a:spcAft>
                <a:spcPts val="0"/>
              </a:spcAft>
              <a:buNone/>
            </a:pPr>
            <a:endParaRPr sz="24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26"/>
              </a:spcBef>
              <a:spcAft>
                <a:spcPts val="0"/>
              </a:spcAft>
              <a:buNone/>
            </a:pPr>
            <a:endParaRPr sz="24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26"/>
              </a:spcBef>
              <a:spcAft>
                <a:spcPts val="0"/>
              </a:spcAft>
              <a:buNone/>
            </a:pPr>
            <a:endParaRPr sz="24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		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	</a:t>
            </a:r>
            <a:r>
              <a:rPr lang="en-US" sz="6000" b="1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EC46F4-B285-0212-E740-7C6F99593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684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685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70" name="Google Shape;70;p2"/>
          <p:cNvSpPr/>
          <p:nvPr/>
        </p:nvSpPr>
        <p:spPr>
          <a:xfrm>
            <a:off x="0" y="1000108"/>
            <a:ext cx="11658600" cy="472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Introduction to Number Theory:-</a:t>
            </a:r>
            <a:endParaRPr sz="24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3000"/>
              </a:lnSpc>
              <a:spcBef>
                <a:spcPts val="26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number theory, the numbers are classified into different types, such as natural numbers, whole numbers, complex numbers, and so on. The sub-classifications of the natural number are given below:</a:t>
            </a:r>
            <a:endParaRPr/>
          </a:p>
          <a:p>
            <a:pPr marL="0" marR="0" lvl="0" indent="0" algn="l" rtl="0">
              <a:lnSpc>
                <a:spcPct val="93000"/>
              </a:lnSpc>
              <a:spcBef>
                <a:spcPts val="26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27000" algn="l" rtl="0">
              <a:lnSpc>
                <a:spcPct val="93000"/>
              </a:lnSpc>
              <a:spcBef>
                <a:spcPts val="26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Odd Numbers – 1, 3, 5, 7, 9, 11, 13, 15, 17, 19…..</a:t>
            </a:r>
            <a:endParaRPr/>
          </a:p>
          <a:p>
            <a:pPr marL="0" marR="0" lvl="0" indent="-127000" algn="l" rtl="0">
              <a:lnSpc>
                <a:spcPct val="93000"/>
              </a:lnSpc>
              <a:spcBef>
                <a:spcPts val="26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 Numbers – 2, 4, 6, 8, 10, 12, 14, 16, 18, 20, 22 . . .</a:t>
            </a:r>
            <a:endParaRPr/>
          </a:p>
          <a:p>
            <a:pPr marL="0" marR="0" lvl="0" indent="-127000" algn="l" rtl="0">
              <a:lnSpc>
                <a:spcPct val="93000"/>
              </a:lnSpc>
              <a:spcBef>
                <a:spcPts val="26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Square Numbers – 4, 9, 16, 25, 36, 49, 64, 81,100 . . .</a:t>
            </a:r>
            <a:endParaRPr/>
          </a:p>
          <a:p>
            <a:pPr marL="0" marR="0" lvl="0" indent="-127000" algn="l" rtl="0">
              <a:lnSpc>
                <a:spcPct val="93000"/>
              </a:lnSpc>
              <a:spcBef>
                <a:spcPts val="26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Cube Numbers – 8, 27, 64, 125, 216, 343, 512 . . .</a:t>
            </a:r>
            <a:endParaRPr/>
          </a:p>
          <a:p>
            <a:pPr marL="0" marR="0" lvl="0" indent="-127000" algn="l" rtl="0">
              <a:lnSpc>
                <a:spcPct val="93000"/>
              </a:lnSpc>
              <a:spcBef>
                <a:spcPts val="26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 Numbers – 2, 3, 5, 7, 11, 13, 17, 19, 23, 29, 31, 37, 41, 43, 47,53, 59, 61 . . .</a:t>
            </a:r>
            <a:endParaRPr/>
          </a:p>
          <a:p>
            <a:pPr marL="0" marR="0" lvl="0" indent="-127000" algn="l" rtl="0">
              <a:lnSpc>
                <a:spcPct val="93000"/>
              </a:lnSpc>
              <a:spcBef>
                <a:spcPts val="26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Composite Numbers – 4, 6, 8, 9, 10, 12, 14, 15, 16,18, 20, 21, 22, 24 . . .</a:t>
            </a:r>
            <a:endParaRPr/>
          </a:p>
          <a:p>
            <a:pPr marL="0" marR="0" lvl="0" indent="-127000" algn="l" rtl="0">
              <a:lnSpc>
                <a:spcPct val="93000"/>
              </a:lnSpc>
              <a:spcBef>
                <a:spcPts val="26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(modulo 4) Numbers – 1, 5, 9, 13, 17, 21, 25, . . .</a:t>
            </a:r>
            <a:endParaRPr/>
          </a:p>
          <a:p>
            <a:pPr marL="0" marR="0" lvl="0" indent="-127000" algn="l" rtl="0">
              <a:lnSpc>
                <a:spcPct val="93000"/>
              </a:lnSpc>
              <a:spcBef>
                <a:spcPts val="26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(modulo 4) Numbers – 3, 7, 11, 15, 19, 23, 27, . . .</a:t>
            </a:r>
            <a:endParaRPr/>
          </a:p>
          <a:p>
            <a:pPr marL="0" marR="0" lvl="0" indent="-127000" algn="l" rtl="0">
              <a:lnSpc>
                <a:spcPct val="93000"/>
              </a:lnSpc>
              <a:spcBef>
                <a:spcPts val="26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Triangular Numbers – 3, 6, 10, 15, 21, 28, 36, 45,. . .</a:t>
            </a:r>
            <a:endParaRPr/>
          </a:p>
          <a:p>
            <a:pPr marL="0" marR="0" lvl="0" indent="-127000" algn="l" rtl="0">
              <a:lnSpc>
                <a:spcPct val="93000"/>
              </a:lnSpc>
              <a:spcBef>
                <a:spcPts val="26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Perfect Numbers – 6, 28, 496, 8128, . . .</a:t>
            </a:r>
            <a:endParaRPr/>
          </a:p>
          <a:p>
            <a:pPr marL="0" marR="0" lvl="0" indent="-127000" algn="l" rtl="0">
              <a:lnSpc>
                <a:spcPct val="93000"/>
              </a:lnSpc>
              <a:spcBef>
                <a:spcPts val="26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Fibonacci Numbers -1, 1, 2, 3, 5, 8, 13, 21, 34, 55, 89. . 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/>
          <p:nvPr/>
        </p:nvSpPr>
        <p:spPr>
          <a:xfrm>
            <a:off x="238084" y="1142984"/>
            <a:ext cx="8653482" cy="2382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BODMAS:-</a:t>
            </a:r>
            <a:endParaRPr sz="2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3000"/>
              </a:lnSpc>
              <a:spcBef>
                <a:spcPts val="26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BODMAS - Order of Simplification of an expression of numbers</a:t>
            </a:r>
            <a:endParaRPr/>
          </a:p>
          <a:p>
            <a:pPr marL="0" marR="0" lvl="0" indent="0" algn="l" rtl="0">
              <a:lnSpc>
                <a:spcPct val="93000"/>
              </a:lnSpc>
              <a:spcBef>
                <a:spcPts val="26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	=	Bracket</a:t>
            </a:r>
            <a:endParaRPr/>
          </a:p>
          <a:p>
            <a:pPr marL="0" marR="0" lvl="0" indent="0" algn="l" rtl="0">
              <a:lnSpc>
                <a:spcPct val="93000"/>
              </a:lnSpc>
              <a:spcBef>
                <a:spcPts val="26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	=	Of</a:t>
            </a:r>
            <a:endParaRPr/>
          </a:p>
          <a:p>
            <a:pPr marL="0" marR="0" lvl="0" indent="0" algn="l" rtl="0">
              <a:lnSpc>
                <a:spcPct val="93000"/>
              </a:lnSpc>
              <a:spcBef>
                <a:spcPts val="26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	=	Division</a:t>
            </a:r>
            <a:endParaRPr/>
          </a:p>
          <a:p>
            <a:pPr marL="0" marR="0" lvl="0" indent="0" algn="l" rtl="0">
              <a:lnSpc>
                <a:spcPct val="93000"/>
              </a:lnSpc>
              <a:spcBef>
                <a:spcPts val="26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	=	Multiplication</a:t>
            </a:r>
            <a:endParaRPr/>
          </a:p>
          <a:p>
            <a:pPr marL="0" marR="0" lvl="0" indent="0" algn="l" rtl="0">
              <a:lnSpc>
                <a:spcPct val="93000"/>
              </a:lnSpc>
              <a:spcBef>
                <a:spcPts val="26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	=	Addition</a:t>
            </a:r>
            <a:endParaRPr/>
          </a:p>
          <a:p>
            <a:pPr marL="0" marR="0" lvl="0" indent="0" algn="l" rtl="0">
              <a:lnSpc>
                <a:spcPct val="93000"/>
              </a:lnSpc>
              <a:spcBef>
                <a:spcPts val="26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	=	Subtraction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83" name="Google Shape;83;p4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What is the unit digit of the product of 207·781·39·94?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7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90" name="Google Shape;90;p5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What is the unit digit of the product of 207·781·39·94?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7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(d) 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97" name="Google Shape;97;p6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What will come in the place of unit digit in the value of (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lang="en-US" sz="2400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 (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 (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lang="en-US" sz="2400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)?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3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6</a:t>
            </a: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104" name="Google Shape;104;p7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What will come in the place of unit digit in the value of (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lang="en-US" sz="2400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 (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 (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lang="en-US" sz="2400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)?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3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(c) 1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6</a:t>
            </a: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111" name="Google Shape;111;p8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Find the number of zeros at the end of the product of 1 × 2 × 3 × 4 × 5 × 6 .......... × 99 × 100 :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24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26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28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118" name="Google Shape;118;p9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Find the number of zeros at the end of the product of 1 × 2 × 3 × 4 × 5 × 6 .......... × 99 × 100 :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(b) 24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26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28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125" name="Google Shape;125;p10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Find the number of zeros at the end of the product of 2 × 4 × 6 × 8 × 10 × ....... × 98 × 100 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11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12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15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132" name="Google Shape;132;p11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Find the number of zeros at the end of the product of 2 × 4 × 6 × 8 × 10 × ....... × 98 × 100 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11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(c) 12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15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139" name="Google Shape;139;p12"/>
          <p:cNvSpPr txBox="1"/>
          <p:nvPr/>
        </p:nvSpPr>
        <p:spPr>
          <a:xfrm>
            <a:off x="204788" y="1071563"/>
            <a:ext cx="979646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Find the number of zeros at the end of the product of 10 × 20 × 30 × ...... × 2000 :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222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249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226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220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146" name="Google Shape;146;p13"/>
          <p:cNvSpPr txBox="1"/>
          <p:nvPr/>
        </p:nvSpPr>
        <p:spPr>
          <a:xfrm>
            <a:off x="204788" y="1071563"/>
            <a:ext cx="979646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Find the number of zeros at the end of the product of 10 × 20 × 30 × ...... × 2000 :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222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(b) 249 	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226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220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153" name="Google Shape;153;p14"/>
          <p:cNvSpPr txBox="1"/>
          <p:nvPr/>
        </p:nvSpPr>
        <p:spPr>
          <a:xfrm>
            <a:off x="238084" y="1071546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Find the number of factors of 100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9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10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12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160" name="Google Shape;160;p15"/>
          <p:cNvSpPr txBox="1"/>
          <p:nvPr/>
        </p:nvSpPr>
        <p:spPr>
          <a:xfrm>
            <a:off x="238084" y="1071546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Find the number of factors of 100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(b) 9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10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12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167" name="Google Shape;167;p16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Find the number of factors of 80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12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6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8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174" name="Google Shape;174;p17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Find the number of factors of 80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10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12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6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181" name="Google Shape;181;p18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Find the sum of the factors of 100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127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217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219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189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188" name="Google Shape;188;p19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Find the sum of the factors of 100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127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(b) 217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219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189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195" name="Google Shape;195;p20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 Find the sum of the factors of 50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92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93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97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91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202" name="Google Shape;202;p21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 Find the sum of the factors of 50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92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(b) 93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97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91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209" name="Google Shape;209;p22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 Find the average of the factors of 60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13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14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16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216" name="Google Shape;216;p23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 Find the average of the factors of 60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13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(c) 14 	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16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223" name="Google Shape;223;p24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11. Find the product of the factors of 100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10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9/2 		</a:t>
            </a:r>
            <a:endParaRPr sz="2400" b="1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10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11/2 		</a:t>
            </a:r>
            <a:endParaRPr sz="2400" b="1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10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endParaRPr sz="2400" b="1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230" name="Google Shape;230;p25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11. Find the product of the factors of 100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2400" b="1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10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9/2 		</a:t>
            </a:r>
            <a:endParaRPr sz="2400" b="1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10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11/2 		</a:t>
            </a:r>
            <a:endParaRPr sz="2400" b="1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10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endParaRPr sz="2400" b="1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237" name="Google Shape;237;p26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 How many 3 digit numbers are completely divisible by 6?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149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150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151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166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244" name="Google Shape;244;p27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 How many 3 digit numbers are completely divisible by 6?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149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(b) 150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151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166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251" name="Google Shape;251;p28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13. How many 3 digit numbers are completely divisible by 3 and 4 :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75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57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83</a:t>
            </a: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2400" b="1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258" name="Google Shape;258;p29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13. How many 3 digit numbers are completely divisible by 3 and 4 :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(b) 75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57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83</a:t>
            </a: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2400" b="1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0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265" name="Google Shape;265;p30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 . What will be the remainder when 17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divided by 18?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16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2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272" name="Google Shape;272;p31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 . What will be the remainder when 17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divided by 18?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16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(c) 1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2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279" name="Google Shape;279;p32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 A. Find the remainder when 3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85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divided by 6.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16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2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286" name="Google Shape;286;p33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 A. Find the remainder when 3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85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divided by 6.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16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2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293" name="Google Shape;293;p34"/>
          <p:cNvSpPr txBox="1"/>
          <p:nvPr/>
        </p:nvSpPr>
        <p:spPr>
          <a:xfrm>
            <a:off x="204788" y="1071563"/>
            <a:ext cx="11733300" cy="53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 B. Find the remainder when 2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is divided by 96.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63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2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5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300" name="Google Shape;300;p35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 B. Find the remainder when 2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is divided by 96.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64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63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2</a:t>
            </a: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6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307" name="Google Shape;307;p36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15. What will be the remainder when (67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+ 67) is divided by 68?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66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67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60</a:t>
            </a: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2400" b="1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314" name="Google Shape;314;p37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15. What will be the remainder when (67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+ 67) is divided by 68?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(b) 66 	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67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60</a:t>
            </a: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2400" b="1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8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321" name="Google Shape;321;p38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16. Which of the following number will completely divide (49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–1)?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14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51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50</a:t>
            </a: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2400" b="1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9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328" name="Google Shape;328;p39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16. Which of the following number will completely divide (49</a:t>
            </a:r>
            <a:r>
              <a:rPr lang="en-US" sz="2400" b="1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 </a:t>
            </a: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–1)? </a:t>
            </a:r>
            <a:endParaRPr dirty="0"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8 </a:t>
            </a: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 sz="2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14 			</a:t>
            </a:r>
            <a:endParaRPr sz="2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51 			</a:t>
            </a:r>
            <a:endParaRPr sz="2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(d) 50</a:t>
            </a:r>
            <a:r>
              <a:rPr lang="en-US" sz="2400" b="1" dirty="0">
                <a:solidFill>
                  <a:schemeClr val="tx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2400" b="1" dirty="0">
              <a:solidFill>
                <a:schemeClr val="tx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0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335" name="Google Shape;335;p40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17. A number when divided by 6 leaves a remainder of 3. When the square of the number is divided by 6, the remainder is: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3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2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342" name="Google Shape;342;p41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17. A number when divided by 6 leaves a remainder of 3. When the square of the number is divided by 6, the remainder is: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(c) 3 	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2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349" name="Google Shape;349;p42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18. A number when divided successively by 4 and 5 leaves remainders 1 and 4 respectively. When it is successively divided by 5 and 4, then the respective remainders will be :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1, 2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2, 3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3, 2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4, 1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3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356" name="Google Shape;356;p43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18. A number when divided successively by 4 and 5 leaves remainders 1 and 4 respectively. When it is successively divided by 5 and 4, then the respective remainders will be :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1, 2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(b) 2, 3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3, 2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4, 1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4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363" name="Google Shape;363;p44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19. A number was divided successively in order by 4, 5, and 6. The remainder were respectively 2, 3, and 4. The number is :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214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476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954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1908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5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370" name="Google Shape;370;p45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19. A number was divided successively in order by 4, 5, and 6. The remainder were respectively 2, 3, and 4. The number is :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214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476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954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1908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6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377" name="Google Shape;377;p46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20. Which one of the following numbers will completely divide (4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61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+ 4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+ 4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+ 4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)?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9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11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17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384" name="Google Shape;384;p47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20. Which one of the following numbers will completely divide (4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61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+ 4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+ 4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+ 4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)?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9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11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(d) 17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8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391" name="Google Shape;391;p48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21. Which one of the following numbers will completely divide 5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+ 5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+ 5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(a) 11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12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31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32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9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398" name="Google Shape;398;p49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21. Which one of the following numbers will completely divide 5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+ 5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+ 5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(a) 11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(b) 12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(c) 31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(d) 32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0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405" name="Google Shape;405;p50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22. Which one of the following is the common factor of (47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+ 43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and 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(47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+ 43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)?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47 – 43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47 + 43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47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+ 43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47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+ 43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412" name="Google Shape;412;p51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22. Which one of the following is the common factor of (47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+ 43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and 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(47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+ 43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)?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47 – 43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(b) 47 + 43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47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+ 43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47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+ 43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419" name="Google Shape;419;p52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23. Which one of the following numbers is completely divisible by 99?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3572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13595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913464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114345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3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426" name="Google Shape;426;p53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23. Which one of the following numbers is completely divisible by 99?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3572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13595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913464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(d) 114345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4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433" name="Google Shape;433;p54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24. Which one of the following numbers is completely divisible by 45?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181560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331145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202860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203350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5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440" name="Google Shape;440;p55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24. Which one of the following numbers is completely divisible by 45?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181560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331145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(c) 202860 	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203350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6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447" name="Google Shape;447;p56"/>
          <p:cNvSpPr txBox="1"/>
          <p:nvPr/>
        </p:nvSpPr>
        <p:spPr>
          <a:xfrm>
            <a:off x="204788" y="1071563"/>
            <a:ext cx="11987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25.  The sum of digits of a two-digit number is 7. If the digits of the number are interchanged, the number so formed is greater than the original number by 27. Find the original number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25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79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32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(e) None of these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454" name="Google Shape;454;p57"/>
          <p:cNvSpPr txBox="1"/>
          <p:nvPr/>
        </p:nvSpPr>
        <p:spPr>
          <a:xfrm>
            <a:off x="204788" y="1071563"/>
            <a:ext cx="11987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25.  The sum of digits of a two-digit number is 7. If the digits of the number are interchanged, the number so formed is greater than the original number by 27. Find the original number :</a:t>
            </a:r>
            <a:endParaRPr dirty="0"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 			</a:t>
            </a:r>
            <a:endParaRPr sz="2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(b) 25 	</a:t>
            </a: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79 			</a:t>
            </a:r>
            <a:endParaRPr sz="2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32</a:t>
            </a:r>
            <a:endParaRPr dirty="0"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lang="en-US" sz="2400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(e) None of these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26F617-E75C-7115-CE3D-BBD792C24B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12" t="13492" r="11731" b="24192"/>
          <a:stretch>
            <a:fillRect/>
          </a:stretch>
        </p:blipFill>
        <p:spPr>
          <a:xfrm>
            <a:off x="4684695" y="3647147"/>
            <a:ext cx="7507305" cy="3210853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8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461" name="Google Shape;461;p58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26. 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digit in the blank space of the number 34*7 so that the number is divisible by 11?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6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7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8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9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468" name="Google Shape;468;p59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26. 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digit in the blank space of the number 34*7 so that the number is divisible by 11?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6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7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(d) 8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0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475" name="Google Shape;475;p60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27.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the sum of, the digits of a two-digit number and the number formed by reversing its digit is 99, what is the sum of the digits of the original number?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8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11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10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482" name="Google Shape;482;p61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27.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the sum of, the digits of a two-digit number and the number formed by reversing its digit is 99, what is the sum of the digits of the original number?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9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8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11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10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489" name="Google Shape;489;p62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28.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the sum of, the digits of a two-digit number and the number formed by reversing its digits is N, Which one of the following numbers will completely divide N?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7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11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18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3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496" name="Google Shape;496;p63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28.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the sum of, the digits of a two-digit number and the number formed by reversing its digits is N, Which one of the following numbers will completely divide N?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7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(c) 11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18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4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503" name="Google Shape;503;p64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29.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the difference between, a two-digit number and a number formed by reversing its digit is N, Which one of the following numbers will completely divide N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7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11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5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5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510" name="Google Shape;510;p65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29.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the difference between, a two-digit number and a number formed by reversing its digit is N, Which one of the following numbers will completely divide N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9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7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11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5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6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517" name="Google Shape;517;p66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30.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the difference between a two digit number and the number formed by reversing its digit is 45, what is the difference between the digits of the original number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2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5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524" name="Google Shape;524;p67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30.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the difference between a two digit number and the number formed by reversing its digit is 45, what is the difference between the digits of the original number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2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(c) 5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8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531" name="Google Shape;531;p68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31.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4-digit number is formed by repeating a 2-digit number such as 2525, 3232, etc. Any number of this form is always divisible by :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Smallest two-digit prime number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7 			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13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smallest three-digit prime number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9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538" name="Google Shape;538;p69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31.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4-digit number is formed by repeating a 2-digit number such as 2525, 3232, etc. Any number of this form is always divisible by :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Smallest two-digit prime number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7 			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13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(d) smallest three-digit prime number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0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545" name="Google Shape;545;p70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32.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7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- 4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exactly divisibly by which of the following?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35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34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33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7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552" name="Google Shape;552;p71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32.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7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- 4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exactly divisibly by which of the following?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35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34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(d) 33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76B5B9-169C-0D13-FF06-7DF3DB533A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28" t="17916" r="33738" b="33930"/>
          <a:stretch>
            <a:fillRect/>
          </a:stretch>
        </p:blipFill>
        <p:spPr>
          <a:xfrm>
            <a:off x="5987315" y="4200196"/>
            <a:ext cx="6204685" cy="2657804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559" name="Google Shape;559;p72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33. Find the sum of the first fifty natural numbers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1144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1275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1325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1075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3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566" name="Google Shape;566;p73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33. Find the sum of the first fifty natural numbers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1144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(b) 1275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1325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1075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4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573" name="Google Shape;573;p74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34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Find the value of 51+52+53+54+…………+100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2443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1754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2673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3775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5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580" name="Google Shape;580;p75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34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Find the value of 51+52+53+54+…………+100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2443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1754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2673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(d) 3775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6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587" name="Google Shape;587;p76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35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Find the sum of the squares of the first 30 natural numbers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9455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8372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7849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6973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7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594" name="Google Shape;594;p77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35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Find the sum of the squares of the first 30 natural numbers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9455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8372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7849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6973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8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601" name="Google Shape;601;p78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36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Find the value of 2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+4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+6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+8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+…….+20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2870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1321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1540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1550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9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608" name="Google Shape;608;p79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36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Find the value of 2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+4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+6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+8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+…….+20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2870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1321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(c) 1540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1550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80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615" name="Google Shape;615;p80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37. Find the value of 1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+3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+5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+7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+……………+19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1335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1330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1332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1334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8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622" name="Google Shape;622;p81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37. Find the value of 1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+3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+5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+7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+……………+19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1335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(b) 1330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1332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1334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8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629" name="Google Shape;629;p82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38. If 1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+2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+3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+4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+………. +10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385, find the value of 2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+4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+6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+…… +20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1250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1540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1190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1375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83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636" name="Google Shape;636;p83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38. If 1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+2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+3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+4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+………. +10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385, find the value of 2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+4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+6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+…… +20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1250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(b) 1540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1190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1375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84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643" name="Google Shape;643;p84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39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Find the value of 11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+12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+13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+14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+………….+20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2870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2485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2670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2495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85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650" name="Google Shape;650;p85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39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Find the value of 11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+12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+13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+14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+………….+20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2870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(b) 2485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2670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2495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86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657" name="Google Shape;657;p86"/>
          <p:cNvSpPr txBox="1"/>
          <p:nvPr/>
        </p:nvSpPr>
        <p:spPr>
          <a:xfrm>
            <a:off x="204788" y="1062038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40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Find the value of 1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+3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+5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+7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+…………..+29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36100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101025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32500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44700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8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664" name="Google Shape;664;p87"/>
          <p:cNvSpPr txBox="1"/>
          <p:nvPr/>
        </p:nvSpPr>
        <p:spPr>
          <a:xfrm>
            <a:off x="204788" y="1062038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40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Find the value of 1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+3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+5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+7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+…………..+29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36100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(b) 101025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32500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44700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225EC8-6BB9-8F8C-6ED6-1A69D2D414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90" t="7347" r="31538" b="50374"/>
          <a:stretch>
            <a:fillRect/>
          </a:stretch>
        </p:blipFill>
        <p:spPr>
          <a:xfrm>
            <a:off x="5478358" y="4222078"/>
            <a:ext cx="6713642" cy="2635922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88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671" name="Google Shape;671;p88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41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If 1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+2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+3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+4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+…………………………+10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=3025, find the value of 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+4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+6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+.…+20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2875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24200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3080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39400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90304C-C17D-2495-FC5E-4AA5408ACF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50" t="20972" r="18888" b="42716"/>
          <a:stretch>
            <a:fillRect/>
          </a:stretch>
        </p:blipFill>
        <p:spPr>
          <a:xfrm>
            <a:off x="5994120" y="4987030"/>
            <a:ext cx="6197880" cy="187097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89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678" name="Google Shape;678;p89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41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If 1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+2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+3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+4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+…………………………+10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=3025, find the value of 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+4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+6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+.…+20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2875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(b) 24200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3080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39400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0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685" name="Google Shape;685;p90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42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Find the sum of all even numbers up to 100 : 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2295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2425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2495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2550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9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692" name="Google Shape;692;p91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42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Find the sum of all even numbers up to 100 : 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2295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2425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2495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(d) 2550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9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699" name="Google Shape;699;p92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43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Find the sum of the all odd number up to 100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2100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2500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2300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2200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93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706" name="Google Shape;706;p93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43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Find the sum of the all odd number up to 100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2100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(b) 2500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2300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2200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94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713" name="Google Shape;713;p94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44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Find the number of prime factors of  6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·11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·21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83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93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103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113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95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720" name="Google Shape;720;p95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44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Find the number of prime factors of  6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·11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·21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83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(b) 93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103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113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96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727" name="Google Shape;727;p96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45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Find the number of prime factors of 14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·15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48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58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68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78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9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734" name="Google Shape;734;p97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45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Find the number of prime factors of 14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·15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48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(b) 58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68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78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98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741" name="Google Shape;741;p98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46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What will be the remainder when (27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+17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is divided by 11?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17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0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99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748" name="Google Shape;748;p99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46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What will be the remainder when (27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+17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is divided by 11?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17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(c) 0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00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755" name="Google Shape;755;p100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47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If n is a natural number, (n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n) will always be divisible by: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only 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6 and 12 both 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12 only 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by 18 only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0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762" name="Google Shape;762;p101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47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If n is a natural number, (n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n) will always be divisible by: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6 only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6 and 12 both 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12 only 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by 18 only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0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769" name="Google Shape;769;p102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48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( x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–a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is completely divisible by (x - a), when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is any natural number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n is an even natural number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n is an odd natural number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n is a prime number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03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776" name="Google Shape;776;p103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48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( x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–a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is completely divisible by (x - a), when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(a) n is any natural number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n is an even natural number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n is an odd natural number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n is a prime number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D68AF9-6BE2-A248-59CF-4CF1A41432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3" t="18770" r="24779" b="21972"/>
          <a:stretch>
            <a:fillRect/>
          </a:stretch>
        </p:blipFill>
        <p:spPr>
          <a:xfrm>
            <a:off x="5875652" y="4033027"/>
            <a:ext cx="6316348" cy="2824973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104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783" name="Google Shape;783;p104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49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( x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–a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is completely divisible by (x + a), when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is any natural number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n is an even natural number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n is an odd natural number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n is a prime number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05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790" name="Google Shape;790;p105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49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( x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–a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is completely divisible by (x + a), when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is any natural number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(b) n is an even natural number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n is an odd natural number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n is a prime number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06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797" name="Google Shape;797;p106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50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( x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+a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is completely divisible by (x + a), when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is any natural number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n is an even natural number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n is an odd natural number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n is a prime number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10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804" name="Google Shape;804;p107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50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( x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+a</a:t>
            </a:r>
            <a:r>
              <a:rPr lang="en-US" sz="2400" b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is completely divisible by (x + a), when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is any natural number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n is an even natural number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(c) n is an odd natural number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n is a prime number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08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811" name="Google Shape;811;p108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51.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Which one of the following is a prime number?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161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221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373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437</a:t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09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818" name="Google Shape;818;p109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51.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Which one of the following is a prime number?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161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221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(c) 373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437</a:t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10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825" name="Google Shape;825;p110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52.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Which one of the following is a prime number?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119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187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247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71</a:t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11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832" name="Google Shape;832;p111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52.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Which one of the following is a prime number?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119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187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247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(d) 71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1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839" name="Google Shape;839;p112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53.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Find the largest four-digit number which is divisible by 88 :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9944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9768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9988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8888</a:t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13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846" name="Google Shape;846;p113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53.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Find the largest four-digit number which is divisible by 88 :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9944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9768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9988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8888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14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853" name="Google Shape;853;p114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54.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a number is divided by 111, the remainder is 31. What will be the remainder if it is divided by 37?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31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32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33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0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15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860" name="Google Shape;860;p115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54.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a number is divided by 111, the remainder is 31. What will be the remainder if it is divided by 37?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31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32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33 	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0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16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867" name="Google Shape;867;p116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55</a:t>
            </a: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On multiplying a number by 7, the product is a number made of only the digit 3. The smallest such number is: </a:t>
            </a:r>
            <a:endParaRPr dirty="0"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47619 		</a:t>
            </a:r>
            <a:endParaRPr sz="2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47719 		</a:t>
            </a:r>
            <a:endParaRPr sz="2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48619 		</a:t>
            </a:r>
            <a:endParaRPr sz="2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47649 </a:t>
            </a:r>
            <a:endParaRPr sz="2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11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874" name="Google Shape;874;p117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NUMBER SYSTEM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 55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On multiplying a number by 7, the product is a number made of only the digit 3. The smallest such number is: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Both"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47619 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47719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48619 		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26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47649 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118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dirty="0"/>
          </a:p>
        </p:txBody>
      </p:sp>
      <p:sp>
        <p:nvSpPr>
          <p:cNvPr id="881" name="Google Shape;881;p118"/>
          <p:cNvSpPr txBox="1"/>
          <p:nvPr/>
        </p:nvSpPr>
        <p:spPr>
          <a:xfrm>
            <a:off x="204788" y="1071563"/>
            <a:ext cx="11733212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</a:t>
            </a:r>
            <a:endParaRPr sz="24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26"/>
              </a:spcBef>
              <a:spcAft>
                <a:spcPts val="0"/>
              </a:spcAft>
              <a:buNone/>
            </a:pPr>
            <a:endParaRPr sz="24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26"/>
              </a:spcBef>
              <a:spcAft>
                <a:spcPts val="0"/>
              </a:spcAft>
              <a:buNone/>
            </a:pPr>
            <a:endParaRPr sz="24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26"/>
              </a:spcBef>
              <a:spcAft>
                <a:spcPts val="0"/>
              </a:spcAft>
              <a:buNone/>
            </a:pPr>
            <a:endParaRPr sz="24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26"/>
              </a:spcBef>
              <a:spcAft>
                <a:spcPts val="0"/>
              </a:spcAft>
              <a:buNone/>
            </a:pPr>
            <a:endParaRPr sz="24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26"/>
              </a:spcBef>
              <a:spcAft>
                <a:spcPts val="0"/>
              </a:spcAft>
              <a:buNone/>
            </a:pPr>
            <a:endParaRPr sz="24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26"/>
              </a:spcBef>
              <a:spcAft>
                <a:spcPts val="0"/>
              </a:spcAft>
              <a:buNone/>
            </a:pPr>
            <a:endParaRPr sz="24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26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                                     </a:t>
            </a:r>
            <a:r>
              <a:rPr lang="en-US" sz="4000" b="1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THANK YOU</a:t>
            </a:r>
            <a:endParaRPr sz="40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5929</Words>
  <Application>Microsoft Office PowerPoint</Application>
  <PresentationFormat>Widescreen</PresentationFormat>
  <Paragraphs>1033</Paragraphs>
  <Slides>119</Slides>
  <Notes>118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119</vt:i4>
      </vt:variant>
    </vt:vector>
  </HeadingPairs>
  <TitlesOfParts>
    <vt:vector size="124" baseType="lpstr">
      <vt:lpstr>Arial</vt:lpstr>
      <vt:lpstr>Times New Roman</vt:lpstr>
      <vt:lpstr>Noto Sans Symbols</vt:lpstr>
      <vt:lpstr>Arial Black</vt:lpstr>
      <vt:lpstr>Office Theme</vt:lpstr>
      <vt:lpstr> </vt:lpstr>
      <vt:lpstr>PowerPoint Presentation</vt:lpstr>
      <vt:lpstr> </vt:lpstr>
      <vt:lpstr>PowerPoint Presentation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APTITUDE</dc:title>
  <dc:creator>anuj gupta</dc:creator>
  <cp:lastModifiedBy>Saksham Sheoran</cp:lastModifiedBy>
  <cp:revision>4</cp:revision>
  <dcterms:created xsi:type="dcterms:W3CDTF">2020-02-23T06:37:57Z</dcterms:created>
  <dcterms:modified xsi:type="dcterms:W3CDTF">2026-07-20T19:46:06Z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Notes">
    <vt:r8>57</vt:r8>
  </property>
  <property fmtid="{D5CDD505-2E9C-101B-9397-08002B2CF9AE}" pid="4" name="PresentationFormat">
    <vt:lpwstr>Widescreen</vt:lpwstr>
  </property>
  <property fmtid="{D5CDD505-2E9C-101B-9397-08002B2CF9AE}" pid="5" name="Slides">
    <vt:r8>57</vt:r8>
  </property>
</Properties>
</file>